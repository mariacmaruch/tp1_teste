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503a0422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503a0422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5503a0422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5503a0422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503a0422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503a0422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5503a0422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5503a0422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503a0422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503a0422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Biblioteca: NUnit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291450"/>
            <a:ext cx="34707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Erick Vinicius Oliveira de Paiva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Guilherme Luiz Carvalho Pinto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Maria Clara Sales Jabali Maruch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Pedro Vítor Felix da Costa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Sobre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sz="1400"/>
              <a:t>Baseado no JUnit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sz="1400"/>
              <a:t>Categorização</a:t>
            </a:r>
            <a:endParaRPr sz="14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 sz="1200"/>
              <a:t>Estrutural -  teste de caixa branca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 sz="1200"/>
              <a:t>Testes unitários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pt-BR" sz="1200"/>
              <a:t>Testes de funcionalidade</a:t>
            </a:r>
            <a:endParaRPr sz="12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pt-BR" sz="1400"/>
              <a:t>Instalação</a:t>
            </a:r>
            <a:endParaRPr sz="14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NUnit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NUnit3TestAdapter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BR"/>
              <a:t>Microsoft.NET.Test.Sdk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8338" y="1585900"/>
            <a:ext cx="5267325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1219200"/>
            <a:ext cx="8486775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1150" y="308250"/>
            <a:ext cx="59817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400" y="2571750"/>
            <a:ext cx="3280250" cy="159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0625" y="2150663"/>
            <a:ext cx="23241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038" y="1885950"/>
            <a:ext cx="244792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